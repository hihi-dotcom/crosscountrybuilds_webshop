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65" r:id="rId7"/>
    <p:sldId id="258" r:id="rId8"/>
    <p:sldId id="271" r:id="rId9"/>
    <p:sldId id="261" r:id="rId10"/>
    <p:sldId id="270" r:id="rId11"/>
    <p:sldId id="269" r:id="rId12"/>
    <p:sldId id="262" r:id="rId13"/>
    <p:sldId id="260" r:id="rId14"/>
    <p:sldId id="266" r:id="rId15"/>
    <p:sldId id="264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26957-D098-4181-9C72-F4F77341B7BC}" v="60" dt="2026-04-14T04:35:37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9409" autoAdjust="0"/>
  </p:normalViewPr>
  <p:slideViewPr>
    <p:cSldViewPr snapToGrid="0" snapToObjects="1">
      <p:cViewPr varScale="1">
        <p:scale>
          <a:sx n="92" d="100"/>
          <a:sy n="92" d="100"/>
        </p:scale>
        <p:origin x="1186" y="77"/>
      </p:cViewPr>
      <p:guideLst/>
    </p:cSldViewPr>
  </p:slideViewPr>
  <p:notesTextViewPr>
    <p:cViewPr>
      <p:scale>
        <a:sx n="1" d="1"/>
        <a:sy n="1" d="1"/>
      </p:scale>
      <p:origin x="0" y="-293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Ádám Czirják" userId="688945b6dea242df" providerId="LiveId" clId="{D8E19705-0FAD-428B-87E6-52AA5BE1479A}"/>
    <pc:docChg chg="undo custSel addSld delSld modSld sldOrd">
      <pc:chgData name="Ádám Czirják" userId="688945b6dea242df" providerId="LiveId" clId="{D8E19705-0FAD-428B-87E6-52AA5BE1479A}" dt="2026-04-14T06:30:33.077" v="2440" actId="20577"/>
      <pc:docMkLst>
        <pc:docMk/>
      </pc:docMkLst>
      <pc:sldChg chg="addSp delSp modSp mod">
        <pc:chgData name="Ádám Czirják" userId="688945b6dea242df" providerId="LiveId" clId="{D8E19705-0FAD-428B-87E6-52AA5BE1479A}" dt="2026-04-14T04:36:14.345" v="199" actId="1076"/>
        <pc:sldMkLst>
          <pc:docMk/>
          <pc:sldMk cId="0" sldId="256"/>
        </pc:sldMkLst>
        <pc:spChg chg="add del mod">
          <ac:chgData name="Ádám Czirják" userId="688945b6dea242df" providerId="LiveId" clId="{D8E19705-0FAD-428B-87E6-52AA5BE1479A}" dt="2026-04-14T04:35:18.449" v="148"/>
          <ac:spMkLst>
            <pc:docMk/>
            <pc:sldMk cId="0" sldId="256"/>
            <ac:spMk id="2" creationId="{7068B5E4-A13D-925E-EC10-0F68045863CE}"/>
          </ac:spMkLst>
        </pc:spChg>
        <pc:spChg chg="mod">
          <ac:chgData name="Ádám Czirják" userId="688945b6dea242df" providerId="LiveId" clId="{D8E19705-0FAD-428B-87E6-52AA5BE1479A}" dt="2026-04-14T04:35:16.447" v="146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35:00.171" v="144" actId="1076"/>
          <ac:spMkLst>
            <pc:docMk/>
            <pc:sldMk cId="0" sldId="256"/>
            <ac:spMk id="9" creationId="{00000000-0000-0000-0000-000000000000}"/>
          </ac:spMkLst>
        </pc:spChg>
        <pc:spChg chg="add mod">
          <ac:chgData name="Ádám Czirják" userId="688945b6dea242df" providerId="LiveId" clId="{D8E19705-0FAD-428B-87E6-52AA5BE1479A}" dt="2026-04-14T04:36:14.345" v="199" actId="1076"/>
          <ac:spMkLst>
            <pc:docMk/>
            <pc:sldMk cId="0" sldId="256"/>
            <ac:spMk id="11" creationId="{B6A0E304-1E45-1930-1B2C-D7C36430C15B}"/>
          </ac:spMkLst>
        </pc:spChg>
      </pc:sldChg>
      <pc:sldChg chg="addSp delSp modSp mod modAnim modNotesTx">
        <pc:chgData name="Ádám Czirják" userId="688945b6dea242df" providerId="LiveId" clId="{D8E19705-0FAD-428B-87E6-52AA5BE1479A}" dt="2026-04-14T06:20:04.732" v="858" actId="20577"/>
        <pc:sldMkLst>
          <pc:docMk/>
          <pc:sldMk cId="0" sldId="257"/>
        </pc:sldMkLst>
        <pc:spChg chg="add mod">
          <ac:chgData name="Ádám Czirják" userId="688945b6dea242df" providerId="LiveId" clId="{D8E19705-0FAD-428B-87E6-52AA5BE1479A}" dt="2026-04-14T06:16:26.132" v="459" actId="1076"/>
          <ac:spMkLst>
            <pc:docMk/>
            <pc:sldMk cId="0" sldId="257"/>
            <ac:spMk id="6" creationId="{547D1E52-A55B-DA4B-3523-6D7F257F4DCE}"/>
          </ac:spMkLst>
        </pc:spChg>
        <pc:spChg chg="add del">
          <ac:chgData name="Ádám Czirják" userId="688945b6dea242df" providerId="LiveId" clId="{D8E19705-0FAD-428B-87E6-52AA5BE1479A}" dt="2026-04-14T06:15:45.639" v="455" actId="478"/>
          <ac:spMkLst>
            <pc:docMk/>
            <pc:sldMk cId="0" sldId="257"/>
            <ac:spMk id="7" creationId="{00000000-0000-0000-0000-000000000000}"/>
          </ac:spMkLst>
        </pc:spChg>
        <pc:spChg chg="add del">
          <ac:chgData name="Ádám Czirják" userId="688945b6dea242df" providerId="LiveId" clId="{D8E19705-0FAD-428B-87E6-52AA5BE1479A}" dt="2026-04-14T06:15:45.639" v="455" actId="478"/>
          <ac:spMkLst>
            <pc:docMk/>
            <pc:sldMk cId="0" sldId="257"/>
            <ac:spMk id="8" creationId="{00000000-0000-0000-0000-000000000000}"/>
          </ac:spMkLst>
        </pc:spChg>
        <pc:spChg chg="add del">
          <ac:chgData name="Ádám Czirják" userId="688945b6dea242df" providerId="LiveId" clId="{D8E19705-0FAD-428B-87E6-52AA5BE1479A}" dt="2026-04-14T06:15:45.639" v="455" actId="478"/>
          <ac:spMkLst>
            <pc:docMk/>
            <pc:sldMk cId="0" sldId="257"/>
            <ac:spMk id="9" creationId="{00000000-0000-0000-0000-000000000000}"/>
          </ac:spMkLst>
        </pc:spChg>
        <pc:spChg chg="add del">
          <ac:chgData name="Ádám Czirják" userId="688945b6dea242df" providerId="LiveId" clId="{D8E19705-0FAD-428B-87E6-52AA5BE1479A}" dt="2026-04-14T06:15:45.639" v="455" actId="478"/>
          <ac:spMkLst>
            <pc:docMk/>
            <pc:sldMk cId="0" sldId="257"/>
            <ac:spMk id="10" creationId="{00000000-0000-0000-0000-000000000000}"/>
          </ac:spMkLst>
        </pc:spChg>
        <pc:spChg chg="add del">
          <ac:chgData name="Ádám Czirják" userId="688945b6dea242df" providerId="LiveId" clId="{D8E19705-0FAD-428B-87E6-52AA5BE1479A}" dt="2026-04-14T06:15:45.639" v="455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49.955" v="456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49.955" v="456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49.955" v="456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49.955" v="456" actId="478"/>
          <ac:spMkLst>
            <pc:docMk/>
            <pc:sldMk cId="0" sldId="257"/>
            <ac:spMk id="15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49.955" v="456" actId="478"/>
          <ac:spMkLst>
            <pc:docMk/>
            <pc:sldMk cId="0" sldId="257"/>
            <ac:spMk id="16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53.515" v="457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53.515" v="457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53.515" v="457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53.515" v="457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Ádám Czirják" userId="688945b6dea242df" providerId="LiveId" clId="{D8E19705-0FAD-428B-87E6-52AA5BE1479A}" dt="2026-04-14T06:15:53.515" v="457" actId="478"/>
          <ac:spMkLst>
            <pc:docMk/>
            <pc:sldMk cId="0" sldId="257"/>
            <ac:spMk id="21" creationId="{00000000-0000-0000-0000-000000000000}"/>
          </ac:spMkLst>
        </pc:spChg>
        <pc:spChg chg="add mod">
          <ac:chgData name="Ádám Czirják" userId="688945b6dea242df" providerId="LiveId" clId="{D8E19705-0FAD-428B-87E6-52AA5BE1479A}" dt="2026-04-14T06:16:26.132" v="459" actId="1076"/>
          <ac:spMkLst>
            <pc:docMk/>
            <pc:sldMk cId="0" sldId="257"/>
            <ac:spMk id="22" creationId="{B223007A-E269-CDDC-30B3-E15924F0B708}"/>
          </ac:spMkLst>
        </pc:spChg>
        <pc:spChg chg="add mod">
          <ac:chgData name="Ádám Czirják" userId="688945b6dea242df" providerId="LiveId" clId="{D8E19705-0FAD-428B-87E6-52AA5BE1479A}" dt="2026-04-14T06:16:26.132" v="459" actId="1076"/>
          <ac:spMkLst>
            <pc:docMk/>
            <pc:sldMk cId="0" sldId="257"/>
            <ac:spMk id="23" creationId="{04104CD0-BDAC-566B-7087-ECB64B857C37}"/>
          </ac:spMkLst>
        </pc:spChg>
        <pc:spChg chg="add mod">
          <ac:chgData name="Ádám Czirják" userId="688945b6dea242df" providerId="LiveId" clId="{D8E19705-0FAD-428B-87E6-52AA5BE1479A}" dt="2026-04-14T06:16:43.971" v="476" actId="1076"/>
          <ac:spMkLst>
            <pc:docMk/>
            <pc:sldMk cId="0" sldId="257"/>
            <ac:spMk id="24" creationId="{5CE47C65-9730-CF39-E10B-DF59AB7D1608}"/>
          </ac:spMkLst>
        </pc:spChg>
        <pc:spChg chg="add mod">
          <ac:chgData name="Ádám Czirják" userId="688945b6dea242df" providerId="LiveId" clId="{D8E19705-0FAD-428B-87E6-52AA5BE1479A}" dt="2026-04-14T06:16:51.972" v="478" actId="1076"/>
          <ac:spMkLst>
            <pc:docMk/>
            <pc:sldMk cId="0" sldId="257"/>
            <ac:spMk id="25" creationId="{83A06BFA-BF9A-4284-C4E8-7ED927F1120E}"/>
          </ac:spMkLst>
        </pc:spChg>
        <pc:spChg chg="add mod">
          <ac:chgData name="Ádám Czirják" userId="688945b6dea242df" providerId="LiveId" clId="{D8E19705-0FAD-428B-87E6-52AA5BE1479A}" dt="2026-04-14T06:16:51.972" v="478" actId="1076"/>
          <ac:spMkLst>
            <pc:docMk/>
            <pc:sldMk cId="0" sldId="257"/>
            <ac:spMk id="26" creationId="{6E04EB9C-0DB0-284C-AB83-F0DE6025E07D}"/>
          </ac:spMkLst>
        </pc:spChg>
        <pc:spChg chg="add mod">
          <ac:chgData name="Ádám Czirják" userId="688945b6dea242df" providerId="LiveId" clId="{D8E19705-0FAD-428B-87E6-52AA5BE1479A}" dt="2026-04-14T06:16:51.972" v="478" actId="1076"/>
          <ac:spMkLst>
            <pc:docMk/>
            <pc:sldMk cId="0" sldId="257"/>
            <ac:spMk id="27" creationId="{1E06CB7E-09B6-5C65-F4C0-CA763DE8C223}"/>
          </ac:spMkLst>
        </pc:spChg>
        <pc:spChg chg="add mod">
          <ac:chgData name="Ádám Czirják" userId="688945b6dea242df" providerId="LiveId" clId="{D8E19705-0FAD-428B-87E6-52AA5BE1479A}" dt="2026-04-14T06:17:39.057" v="503" actId="20577"/>
          <ac:spMkLst>
            <pc:docMk/>
            <pc:sldMk cId="0" sldId="257"/>
            <ac:spMk id="28" creationId="{D46B2BEF-3486-F2EA-D94E-21C5C12A6E6E}"/>
          </ac:spMkLst>
        </pc:spChg>
        <pc:spChg chg="add mod">
          <ac:chgData name="Ádám Czirják" userId="688945b6dea242df" providerId="LiveId" clId="{D8E19705-0FAD-428B-87E6-52AA5BE1479A}" dt="2026-04-14T06:17:31.379" v="494" actId="1076"/>
          <ac:spMkLst>
            <pc:docMk/>
            <pc:sldMk cId="0" sldId="257"/>
            <ac:spMk id="29" creationId="{32CDBBD7-BCFC-5EAA-22C2-C7140C9BE535}"/>
          </ac:spMkLst>
        </pc:spChg>
        <pc:spChg chg="add mod">
          <ac:chgData name="Ádám Czirják" userId="688945b6dea242df" providerId="LiveId" clId="{D8E19705-0FAD-428B-87E6-52AA5BE1479A}" dt="2026-04-14T06:17:31.379" v="494" actId="1076"/>
          <ac:spMkLst>
            <pc:docMk/>
            <pc:sldMk cId="0" sldId="257"/>
            <ac:spMk id="30" creationId="{54DE0831-78BF-31C0-D5F5-E7B9F524DFA5}"/>
          </ac:spMkLst>
        </pc:spChg>
        <pc:spChg chg="add mod">
          <ac:chgData name="Ádám Czirják" userId="688945b6dea242df" providerId="LiveId" clId="{D8E19705-0FAD-428B-87E6-52AA5BE1479A}" dt="2026-04-14T06:17:31.379" v="494" actId="1076"/>
          <ac:spMkLst>
            <pc:docMk/>
            <pc:sldMk cId="0" sldId="257"/>
            <ac:spMk id="31" creationId="{00F291BB-6268-A3CA-295D-CA87997C13AC}"/>
          </ac:spMkLst>
        </pc:spChg>
        <pc:spChg chg="add mod">
          <ac:chgData name="Ádám Czirják" userId="688945b6dea242df" providerId="LiveId" clId="{D8E19705-0FAD-428B-87E6-52AA5BE1479A}" dt="2026-04-14T06:17:37.013" v="502" actId="20577"/>
          <ac:spMkLst>
            <pc:docMk/>
            <pc:sldMk cId="0" sldId="257"/>
            <ac:spMk id="32" creationId="{E70D1300-C813-2692-8223-B0797076754F}"/>
          </ac:spMkLst>
        </pc:spChg>
      </pc:sldChg>
      <pc:sldChg chg="modNotesTx">
        <pc:chgData name="Ádám Czirják" userId="688945b6dea242df" providerId="LiveId" clId="{D8E19705-0FAD-428B-87E6-52AA5BE1479A}" dt="2026-04-14T06:22:36.655" v="1226" actId="20577"/>
        <pc:sldMkLst>
          <pc:docMk/>
          <pc:sldMk cId="0" sldId="258"/>
        </pc:sldMkLst>
      </pc:sldChg>
      <pc:sldChg chg="modSp del mod">
        <pc:chgData name="Ádám Czirják" userId="688945b6dea242df" providerId="LiveId" clId="{D8E19705-0FAD-428B-87E6-52AA5BE1479A}" dt="2026-04-14T04:56:06.481" v="416" actId="2696"/>
        <pc:sldMkLst>
          <pc:docMk/>
          <pc:sldMk cId="0" sldId="259"/>
        </pc:sldMkLst>
        <pc:spChg chg="mod">
          <ac:chgData name="Ádám Czirják" userId="688945b6dea242df" providerId="LiveId" clId="{D8E19705-0FAD-428B-87E6-52AA5BE1479A}" dt="2026-04-14T04:52:16.586" v="358" actId="21"/>
          <ac:spMkLst>
            <pc:docMk/>
            <pc:sldMk cId="0" sldId="259"/>
            <ac:spMk id="11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2:26.934" v="361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2:31.216" v="362" actId="21"/>
          <ac:spMkLst>
            <pc:docMk/>
            <pc:sldMk cId="0" sldId="259"/>
            <ac:spMk id="16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2:43.980" v="364" actId="21"/>
          <ac:spMkLst>
            <pc:docMk/>
            <pc:sldMk cId="0" sldId="259"/>
            <ac:spMk id="21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2:54.982" v="366" actId="21"/>
          <ac:spMkLst>
            <pc:docMk/>
            <pc:sldMk cId="0" sldId="259"/>
            <ac:spMk id="26" creationId="{00000000-0000-0000-0000-000000000000}"/>
          </ac:spMkLst>
        </pc:spChg>
      </pc:sldChg>
      <pc:sldChg chg="ord">
        <pc:chgData name="Ádám Czirják" userId="688945b6dea242df" providerId="LiveId" clId="{D8E19705-0FAD-428B-87E6-52AA5BE1479A}" dt="2026-04-14T04:37:51.999" v="203"/>
        <pc:sldMkLst>
          <pc:docMk/>
          <pc:sldMk cId="0" sldId="260"/>
        </pc:sldMkLst>
      </pc:sldChg>
      <pc:sldChg chg="modSp mod modNotesTx">
        <pc:chgData name="Ádám Czirják" userId="688945b6dea242df" providerId="LiveId" clId="{D8E19705-0FAD-428B-87E6-52AA5BE1479A}" dt="2026-04-14T06:27:43.601" v="2064" actId="20577"/>
        <pc:sldMkLst>
          <pc:docMk/>
          <pc:sldMk cId="0" sldId="262"/>
        </pc:sldMkLst>
        <pc:spChg chg="mod">
          <ac:chgData name="Ádám Czirják" userId="688945b6dea242df" providerId="LiveId" clId="{D8E19705-0FAD-428B-87E6-52AA5BE1479A}" dt="2026-04-14T06:25:52.350" v="1676" actId="6549"/>
          <ac:spMkLst>
            <pc:docMk/>
            <pc:sldMk cId="0" sldId="262"/>
            <ac:spMk id="12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6:25:49.666" v="1675" actId="6549"/>
          <ac:spMkLst>
            <pc:docMk/>
            <pc:sldMk cId="0" sldId="262"/>
            <ac:spMk id="16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6:25:47.412" v="1674" actId="6549"/>
          <ac:spMkLst>
            <pc:docMk/>
            <pc:sldMk cId="0" sldId="262"/>
            <ac:spMk id="20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6:25:44.481" v="1673" actId="6549"/>
          <ac:spMkLst>
            <pc:docMk/>
            <pc:sldMk cId="0" sldId="262"/>
            <ac:spMk id="24" creationId="{00000000-0000-0000-0000-000000000000}"/>
          </ac:spMkLst>
        </pc:spChg>
      </pc:sldChg>
      <pc:sldChg chg="modSp del mod">
        <pc:chgData name="Ádám Czirják" userId="688945b6dea242df" providerId="LiveId" clId="{D8E19705-0FAD-428B-87E6-52AA5BE1479A}" dt="2026-04-14T05:00:52.015" v="448" actId="2696"/>
        <pc:sldMkLst>
          <pc:docMk/>
          <pc:sldMk cId="0" sldId="263"/>
        </pc:sldMkLst>
        <pc:spChg chg="mod">
          <ac:chgData name="Ádám Czirják" userId="688945b6dea242df" providerId="LiveId" clId="{D8E19705-0FAD-428B-87E6-52AA5BE1479A}" dt="2026-04-14T04:56:14.363" v="417" actId="21"/>
          <ac:spMkLst>
            <pc:docMk/>
            <pc:sldMk cId="0" sldId="263"/>
            <ac:spMk id="14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3:40.273" v="392" actId="21"/>
          <ac:spMkLst>
            <pc:docMk/>
            <pc:sldMk cId="0" sldId="263"/>
            <ac:spMk id="19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6:52.584" v="422" actId="21"/>
          <ac:spMkLst>
            <pc:docMk/>
            <pc:sldMk cId="0" sldId="263"/>
            <ac:spMk id="24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3:55.722" v="394" actId="21"/>
          <ac:spMkLst>
            <pc:docMk/>
            <pc:sldMk cId="0" sldId="263"/>
            <ac:spMk id="29" creationId="{00000000-0000-0000-0000-000000000000}"/>
          </ac:spMkLst>
        </pc:spChg>
        <pc:spChg chg="mod">
          <ac:chgData name="Ádám Czirják" userId="688945b6dea242df" providerId="LiveId" clId="{D8E19705-0FAD-428B-87E6-52AA5BE1479A}" dt="2026-04-14T04:55:31.541" v="410" actId="21"/>
          <ac:spMkLst>
            <pc:docMk/>
            <pc:sldMk cId="0" sldId="263"/>
            <ac:spMk id="34" creationId="{00000000-0000-0000-0000-000000000000}"/>
          </ac:spMkLst>
        </pc:spChg>
      </pc:sldChg>
      <pc:sldChg chg="ord modNotesTx">
        <pc:chgData name="Ádám Czirják" userId="688945b6dea242df" providerId="LiveId" clId="{D8E19705-0FAD-428B-87E6-52AA5BE1479A}" dt="2026-04-14T06:30:33.077" v="2440" actId="20577"/>
        <pc:sldMkLst>
          <pc:docMk/>
          <pc:sldMk cId="0" sldId="264"/>
        </pc:sldMkLst>
      </pc:sldChg>
      <pc:sldChg chg="ord modNotesTx">
        <pc:chgData name="Ádám Czirják" userId="688945b6dea242df" providerId="LiveId" clId="{D8E19705-0FAD-428B-87E6-52AA5BE1479A}" dt="2026-04-14T06:21:36.703" v="1086" actId="20577"/>
        <pc:sldMkLst>
          <pc:docMk/>
          <pc:sldMk cId="0" sldId="265"/>
        </pc:sldMkLst>
      </pc:sldChg>
      <pc:sldChg chg="ord">
        <pc:chgData name="Ádám Czirják" userId="688945b6dea242df" providerId="LiveId" clId="{D8E19705-0FAD-428B-87E6-52AA5BE1479A}" dt="2026-04-14T04:32:00.413" v="1"/>
        <pc:sldMkLst>
          <pc:docMk/>
          <pc:sldMk cId="0" sldId="266"/>
        </pc:sldMkLst>
      </pc:sldChg>
      <pc:sldChg chg="modSp mod modNotesTx">
        <pc:chgData name="Ádám Czirják" userId="688945b6dea242df" providerId="LiveId" clId="{D8E19705-0FAD-428B-87E6-52AA5BE1479A}" dt="2026-04-14T06:25:35.282" v="1672" actId="20577"/>
        <pc:sldMkLst>
          <pc:docMk/>
          <pc:sldMk cId="3857609010" sldId="269"/>
        </pc:sldMkLst>
        <pc:spChg chg="mod">
          <ac:chgData name="Ádám Czirják" userId="688945b6dea242df" providerId="LiveId" clId="{D8E19705-0FAD-428B-87E6-52AA5BE1479A}" dt="2026-04-14T06:24:58.468" v="1575" actId="6549"/>
          <ac:spMkLst>
            <pc:docMk/>
            <pc:sldMk cId="3857609010" sldId="269"/>
            <ac:spMk id="13" creationId="{09370C10-E0C8-5F1D-2F91-19C76E8FCA44}"/>
          </ac:spMkLst>
        </pc:spChg>
        <pc:spChg chg="mod">
          <ac:chgData name="Ádám Czirják" userId="688945b6dea242df" providerId="LiveId" clId="{D8E19705-0FAD-428B-87E6-52AA5BE1479A}" dt="2026-04-14T06:25:01.592" v="1576" actId="6549"/>
          <ac:spMkLst>
            <pc:docMk/>
            <pc:sldMk cId="3857609010" sldId="269"/>
            <ac:spMk id="17" creationId="{56F35D0C-3654-C65B-1C84-BBEC2772B8BC}"/>
          </ac:spMkLst>
        </pc:spChg>
        <pc:spChg chg="mod">
          <ac:chgData name="Ádám Czirják" userId="688945b6dea242df" providerId="LiveId" clId="{D8E19705-0FAD-428B-87E6-52AA5BE1479A}" dt="2026-04-14T06:25:04.475" v="1577" actId="6549"/>
          <ac:spMkLst>
            <pc:docMk/>
            <pc:sldMk cId="3857609010" sldId="269"/>
            <ac:spMk id="25" creationId="{368CEE88-3EFD-A182-7E18-E6C2E596126C}"/>
          </ac:spMkLst>
        </pc:spChg>
      </pc:sldChg>
      <pc:sldChg chg="modSp modNotesTx">
        <pc:chgData name="Ádám Czirják" userId="688945b6dea242df" providerId="LiveId" clId="{D8E19705-0FAD-428B-87E6-52AA5BE1479A}" dt="2026-04-14T06:24:50.141" v="1574" actId="20577"/>
        <pc:sldMkLst>
          <pc:docMk/>
          <pc:sldMk cId="202576114" sldId="270"/>
        </pc:sldMkLst>
        <pc:spChg chg="mod">
          <ac:chgData name="Ádám Czirják" userId="688945b6dea242df" providerId="LiveId" clId="{D8E19705-0FAD-428B-87E6-52AA5BE1479A}" dt="2026-04-14T04:32:51.833" v="61" actId="20577"/>
          <ac:spMkLst>
            <pc:docMk/>
            <pc:sldMk cId="202576114" sldId="270"/>
            <ac:spMk id="24" creationId="{83AB9260-CA50-A5E7-3169-34DB607AAC27}"/>
          </ac:spMkLst>
        </pc:spChg>
      </pc:sldChg>
      <pc:sldChg chg="addSp delSp modSp add mod ord modNotesTx">
        <pc:chgData name="Ádám Czirják" userId="688945b6dea242df" providerId="LiveId" clId="{D8E19705-0FAD-428B-87E6-52AA5BE1479A}" dt="2026-04-14T06:23:46.015" v="1430" actId="20577"/>
        <pc:sldMkLst>
          <pc:docMk/>
          <pc:sldMk cId="2259520895" sldId="271"/>
        </pc:sldMkLst>
        <pc:spChg chg="mod">
          <ac:chgData name="Ádám Czirják" userId="688945b6dea242df" providerId="LiveId" clId="{D8E19705-0FAD-428B-87E6-52AA5BE1479A}" dt="2026-04-14T04:45:53.168" v="217" actId="2711"/>
          <ac:spMkLst>
            <pc:docMk/>
            <pc:sldMk cId="2259520895" sldId="271"/>
            <ac:spMk id="3" creationId="{0DCD458F-8DEB-6571-FC7A-74D3934DFFA2}"/>
          </ac:spMkLst>
        </pc:spChg>
        <pc:spChg chg="mod">
          <ac:chgData name="Ádám Czirják" userId="688945b6dea242df" providerId="LiveId" clId="{D8E19705-0FAD-428B-87E6-52AA5BE1479A}" dt="2026-04-14T04:48:33.794" v="273" actId="1076"/>
          <ac:spMkLst>
            <pc:docMk/>
            <pc:sldMk cId="2259520895" sldId="271"/>
            <ac:spMk id="4" creationId="{EF18A1EC-689E-B7AE-5AFF-CA7FD0F85433}"/>
          </ac:spMkLst>
        </pc:spChg>
        <pc:spChg chg="add mod">
          <ac:chgData name="Ádám Czirják" userId="688945b6dea242df" providerId="LiveId" clId="{D8E19705-0FAD-428B-87E6-52AA5BE1479A}" dt="2026-04-14T04:57:49.695" v="431" actId="1076"/>
          <ac:spMkLst>
            <pc:docMk/>
            <pc:sldMk cId="2259520895" sldId="271"/>
            <ac:spMk id="6" creationId="{A2179647-FF87-8119-D33E-71B027F6E302}"/>
          </ac:spMkLst>
        </pc:spChg>
        <pc:spChg chg="mod">
          <ac:chgData name="Ádám Czirják" userId="688945b6dea242df" providerId="LiveId" clId="{D8E19705-0FAD-428B-87E6-52AA5BE1479A}" dt="2026-04-14T04:47:12.679" v="228" actId="14100"/>
          <ac:spMkLst>
            <pc:docMk/>
            <pc:sldMk cId="2259520895" sldId="271"/>
            <ac:spMk id="7" creationId="{83D0A176-F94A-0ED8-C588-CB64A1C0DAF3}"/>
          </ac:spMkLst>
        </pc:spChg>
        <pc:spChg chg="mod">
          <ac:chgData name="Ádám Czirják" userId="688945b6dea242df" providerId="LiveId" clId="{D8E19705-0FAD-428B-87E6-52AA5BE1479A}" dt="2026-04-14T04:57:24.440" v="428" actId="14100"/>
          <ac:spMkLst>
            <pc:docMk/>
            <pc:sldMk cId="2259520895" sldId="271"/>
            <ac:spMk id="8" creationId="{96471D23-C572-1B35-8E17-C6C7249C8028}"/>
          </ac:spMkLst>
        </pc:spChg>
        <pc:spChg chg="mod">
          <ac:chgData name="Ádám Czirják" userId="688945b6dea242df" providerId="LiveId" clId="{D8E19705-0FAD-428B-87E6-52AA5BE1479A}" dt="2026-04-14T04:58:06.851" v="433" actId="1076"/>
          <ac:spMkLst>
            <pc:docMk/>
            <pc:sldMk cId="2259520895" sldId="271"/>
            <ac:spMk id="9" creationId="{0BAF4B85-9C09-6F47-C54E-240842E39EDE}"/>
          </ac:spMkLst>
        </pc:spChg>
        <pc:spChg chg="del mod">
          <ac:chgData name="Ádám Czirják" userId="688945b6dea242df" providerId="LiveId" clId="{D8E19705-0FAD-428B-87E6-52AA5BE1479A}" dt="2026-04-14T04:47:26.623" v="230" actId="21"/>
          <ac:spMkLst>
            <pc:docMk/>
            <pc:sldMk cId="2259520895" sldId="271"/>
            <ac:spMk id="10" creationId="{34D2B632-7517-EAE0-4A19-781FCA6E3ACB}"/>
          </ac:spMkLst>
        </pc:spChg>
        <pc:spChg chg="add mod">
          <ac:chgData name="Ádám Czirják" userId="688945b6dea242df" providerId="LiveId" clId="{D8E19705-0FAD-428B-87E6-52AA5BE1479A}" dt="2026-04-14T04:55:39.966" v="412" actId="113"/>
          <ac:spMkLst>
            <pc:docMk/>
            <pc:sldMk cId="2259520895" sldId="271"/>
            <ac:spMk id="11" creationId="{E2FB6BF0-3F0F-236A-324B-897A23962B4B}"/>
          </ac:spMkLst>
        </pc:spChg>
        <pc:spChg chg="mod">
          <ac:chgData name="Ádám Czirják" userId="688945b6dea242df" providerId="LiveId" clId="{D8E19705-0FAD-428B-87E6-52AA5BE1479A}" dt="2026-04-14T05:02:23.474" v="452" actId="1076"/>
          <ac:spMkLst>
            <pc:docMk/>
            <pc:sldMk cId="2259520895" sldId="271"/>
            <ac:spMk id="12" creationId="{3CD2029A-F78D-E796-46C8-2BD58CDFA3BF}"/>
          </ac:spMkLst>
        </pc:spChg>
        <pc:spChg chg="add mod">
          <ac:chgData name="Ádám Czirják" userId="688945b6dea242df" providerId="LiveId" clId="{D8E19705-0FAD-428B-87E6-52AA5BE1479A}" dt="2026-04-14T04:59:56.892" v="445" actId="1076"/>
          <ac:spMkLst>
            <pc:docMk/>
            <pc:sldMk cId="2259520895" sldId="271"/>
            <ac:spMk id="13" creationId="{01CA1E7F-A547-B797-39CC-AA3F45E03808}"/>
          </ac:spMkLst>
        </pc:spChg>
        <pc:spChg chg="mod">
          <ac:chgData name="Ádám Czirják" userId="688945b6dea242df" providerId="LiveId" clId="{D8E19705-0FAD-428B-87E6-52AA5BE1479A}" dt="2026-04-14T05:02:19.183" v="451" actId="1076"/>
          <ac:spMkLst>
            <pc:docMk/>
            <pc:sldMk cId="2259520895" sldId="271"/>
            <ac:spMk id="14" creationId="{13CE5CD5-75E1-60E2-84DA-E909EBC01554}"/>
          </ac:spMkLst>
        </pc:spChg>
        <pc:spChg chg="add mod">
          <ac:chgData name="Ádám Czirják" userId="688945b6dea242df" providerId="LiveId" clId="{D8E19705-0FAD-428B-87E6-52AA5BE1479A}" dt="2026-04-14T05:00:24.045" v="447" actId="20577"/>
          <ac:spMkLst>
            <pc:docMk/>
            <pc:sldMk cId="2259520895" sldId="271"/>
            <ac:spMk id="15" creationId="{6B274A3D-8334-82AF-F48F-A200E4CA6B99}"/>
          </ac:spMkLst>
        </pc:spChg>
        <pc:spChg chg="mod">
          <ac:chgData name="Ádám Czirják" userId="688945b6dea242df" providerId="LiveId" clId="{D8E19705-0FAD-428B-87E6-52AA5BE1479A}" dt="2026-04-14T05:02:12.926" v="450" actId="1076"/>
          <ac:spMkLst>
            <pc:docMk/>
            <pc:sldMk cId="2259520895" sldId="271"/>
            <ac:spMk id="16" creationId="{893E3901-C787-6F80-1ED1-7193A3DD02C5}"/>
          </ac:spMkLst>
        </pc:spChg>
        <pc:spChg chg="mod">
          <ac:chgData name="Ádám Czirják" userId="688945b6dea242df" providerId="LiveId" clId="{D8E19705-0FAD-428B-87E6-52AA5BE1479A}" dt="2026-04-14T05:02:05.632" v="449" actId="1076"/>
          <ac:spMkLst>
            <pc:docMk/>
            <pc:sldMk cId="2259520895" sldId="271"/>
            <ac:spMk id="18" creationId="{0D1B529B-B88F-CD82-A4C0-2C91FFF90815}"/>
          </ac:spMkLst>
        </pc:spChg>
        <pc:spChg chg="mod">
          <ac:chgData name="Ádám Czirják" userId="688945b6dea242df" providerId="LiveId" clId="{D8E19705-0FAD-428B-87E6-52AA5BE1479A}" dt="2026-04-14T04:47:12.679" v="228" actId="14100"/>
          <ac:spMkLst>
            <pc:docMk/>
            <pc:sldMk cId="2259520895" sldId="271"/>
            <ac:spMk id="20" creationId="{64AAB152-DD4E-9246-39D7-953944CFCA4E}"/>
          </ac:spMkLst>
        </pc:spChg>
        <pc:spChg chg="add del mod">
          <ac:chgData name="Ádám Czirják" userId="688945b6dea242df" providerId="LiveId" clId="{D8E19705-0FAD-428B-87E6-52AA5BE1479A}" dt="2026-04-14T04:59:47.461" v="443" actId="1076"/>
          <ac:spMkLst>
            <pc:docMk/>
            <pc:sldMk cId="2259520895" sldId="271"/>
            <ac:spMk id="21" creationId="{E3A148C2-FC5E-AB7C-8A44-6DCCC2B2E764}"/>
          </ac:spMkLst>
        </pc:spChg>
        <pc:spChg chg="add del mod">
          <ac:chgData name="Ádám Czirják" userId="688945b6dea242df" providerId="LiveId" clId="{D8E19705-0FAD-428B-87E6-52AA5BE1479A}" dt="2026-04-14T04:50:59.212" v="319" actId="6549"/>
          <ac:spMkLst>
            <pc:docMk/>
            <pc:sldMk cId="2259520895" sldId="271"/>
            <ac:spMk id="22" creationId="{D70D8DF9-A8A6-493D-1DE1-42410B1D4826}"/>
          </ac:spMkLst>
        </pc:spChg>
        <pc:spChg chg="add del mod">
          <ac:chgData name="Ádám Czirják" userId="688945b6dea242df" providerId="LiveId" clId="{D8E19705-0FAD-428B-87E6-52AA5BE1479A}" dt="2026-04-14T04:50:20.496" v="315" actId="14100"/>
          <ac:spMkLst>
            <pc:docMk/>
            <pc:sldMk cId="2259520895" sldId="271"/>
            <ac:spMk id="23" creationId="{6CA0799F-1099-32C5-5E3D-05694ADD64AB}"/>
          </ac:spMkLst>
        </pc:spChg>
        <pc:spChg chg="add del mod">
          <ac:chgData name="Ádám Czirják" userId="688945b6dea242df" providerId="LiveId" clId="{D8E19705-0FAD-428B-87E6-52AA5BE1479A}" dt="2026-04-14T04:50:20.496" v="315" actId="14100"/>
          <ac:spMkLst>
            <pc:docMk/>
            <pc:sldMk cId="2259520895" sldId="271"/>
            <ac:spMk id="24" creationId="{6232DC99-EB96-09F8-6B8C-B99B3254CE5A}"/>
          </ac:spMkLst>
        </pc:spChg>
        <pc:spChg chg="add del mod">
          <ac:chgData name="Ádám Czirják" userId="688945b6dea242df" providerId="LiveId" clId="{D8E19705-0FAD-428B-87E6-52AA5BE1479A}" dt="2026-04-14T04:54:29.474" v="402" actId="113"/>
          <ac:spMkLst>
            <pc:docMk/>
            <pc:sldMk cId="2259520895" sldId="271"/>
            <ac:spMk id="26" creationId="{96E93ED2-BBCF-6FDE-9FE2-D07AB20FAB17}"/>
          </ac:spMkLst>
        </pc:spChg>
        <pc:spChg chg="add del mod">
          <ac:chgData name="Ádám Czirják" userId="688945b6dea242df" providerId="LiveId" clId="{D8E19705-0FAD-428B-87E6-52AA5BE1479A}" dt="2026-04-14T05:00:14.825" v="446" actId="1076"/>
          <ac:spMkLst>
            <pc:docMk/>
            <pc:sldMk cId="2259520895" sldId="271"/>
            <ac:spMk id="28" creationId="{E6284030-E9B9-235D-B989-8096372379B0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29" creationId="{EEBD2B88-9B52-1660-B4CC-46AD94D5BB3F}"/>
          </ac:spMkLst>
        </pc:spChg>
        <pc:spChg chg="del">
          <ac:chgData name="Ádám Czirják" userId="688945b6dea242df" providerId="LiveId" clId="{D8E19705-0FAD-428B-87E6-52AA5BE1479A}" dt="2026-04-14T04:46:00.383" v="218" actId="478"/>
          <ac:spMkLst>
            <pc:docMk/>
            <pc:sldMk cId="2259520895" sldId="271"/>
            <ac:spMk id="30" creationId="{76AB1AF6-12B8-51D1-7F3A-23F45C682C51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31" creationId="{84F55698-03D0-0BA7-7EF6-F9D7DF56CBE2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32" creationId="{473195C5-BC0C-DB8B-B622-584C93AA4A65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34" creationId="{E06637CF-145B-AB8D-61B3-9D9DA754E8B8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36" creationId="{F0D228B2-5FA8-91A0-13D4-2A076C4609D2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38" creationId="{538551B1-69BE-ECAD-0ED8-BA3CAFA877B5}"/>
          </ac:spMkLst>
        </pc:spChg>
        <pc:spChg chg="del">
          <ac:chgData name="Ádám Czirják" userId="688945b6dea242df" providerId="LiveId" clId="{D8E19705-0FAD-428B-87E6-52AA5BE1479A}" dt="2026-04-14T04:46:07.810" v="219" actId="478"/>
          <ac:spMkLst>
            <pc:docMk/>
            <pc:sldMk cId="2259520895" sldId="271"/>
            <ac:spMk id="40" creationId="{1AA00006-90A2-4AEC-D174-DDCE9116317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Fully</a:t>
            </a:r>
            <a:r>
              <a:rPr lang="hu-HU" dirty="0"/>
              <a:t> </a:t>
            </a:r>
            <a:r>
              <a:rPr lang="hu-HU" dirty="0" err="1"/>
              <a:t>functional</a:t>
            </a:r>
            <a:r>
              <a:rPr lang="hu-HU" dirty="0"/>
              <a:t> webshop, </a:t>
            </a:r>
            <a:r>
              <a:rPr lang="hu-HU" dirty="0" err="1"/>
              <a:t>overview</a:t>
            </a:r>
            <a:r>
              <a:rPr lang="hu-HU" dirty="0"/>
              <a:t>, </a:t>
            </a:r>
            <a:r>
              <a:rPr lang="hu-HU" dirty="0" err="1"/>
              <a:t>appointment</a:t>
            </a:r>
            <a:r>
              <a:rPr lang="hu-HU" dirty="0"/>
              <a:t> of a bike </a:t>
            </a:r>
            <a:r>
              <a:rPr lang="hu-HU" dirty="0" err="1"/>
              <a:t>repair</a:t>
            </a:r>
            <a:r>
              <a:rPr lang="hu-HU" dirty="0"/>
              <a:t> shop, </a:t>
            </a:r>
            <a:r>
              <a:rPr lang="hu-HU" dirty="0" err="1"/>
              <a:t>make</a:t>
            </a:r>
            <a:r>
              <a:rPr lang="hu-HU" dirty="0"/>
              <a:t> </a:t>
            </a:r>
            <a:r>
              <a:rPr lang="hu-HU" dirty="0" err="1"/>
              <a:t>orders</a:t>
            </a:r>
            <a:r>
              <a:rPr lang="hu-HU" dirty="0"/>
              <a:t> </a:t>
            </a:r>
            <a:r>
              <a:rPr lang="hu-HU" dirty="0" err="1"/>
              <a:t>including</a:t>
            </a:r>
            <a:r>
              <a:rPr lang="hu-HU" dirty="0"/>
              <a:t> </a:t>
            </a:r>
            <a:r>
              <a:rPr lang="hu-HU" dirty="0" err="1"/>
              <a:t>premium</a:t>
            </a:r>
            <a:r>
              <a:rPr lang="hu-HU" dirty="0"/>
              <a:t> </a:t>
            </a:r>
            <a:r>
              <a:rPr lang="hu-HU" dirty="0" err="1"/>
              <a:t>cycling</a:t>
            </a:r>
            <a:r>
              <a:rPr lang="hu-HU" dirty="0"/>
              <a:t> </a:t>
            </a:r>
            <a:r>
              <a:rPr lang="hu-HU" dirty="0" err="1"/>
              <a:t>products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Future</a:t>
            </a:r>
            <a:r>
              <a:rPr lang="hu-HU" dirty="0"/>
              <a:t> </a:t>
            </a:r>
            <a:r>
              <a:rPr lang="hu-HU" dirty="0" err="1"/>
              <a:t>professionals</a:t>
            </a:r>
            <a:r>
              <a:rPr lang="hu-HU" dirty="0"/>
              <a:t>, </a:t>
            </a:r>
            <a:r>
              <a:rPr lang="hu-HU" dirty="0" err="1"/>
              <a:t>as</a:t>
            </a:r>
            <a:r>
              <a:rPr lang="hu-HU" dirty="0"/>
              <a:t> bike shop </a:t>
            </a:r>
            <a:r>
              <a:rPr lang="hu-HU" dirty="0" err="1"/>
              <a:t>employee</a:t>
            </a:r>
            <a:r>
              <a:rPr lang="hu-HU" dirty="0"/>
              <a:t>, and </a:t>
            </a:r>
            <a:r>
              <a:rPr lang="hu-HU" dirty="0" err="1"/>
              <a:t>youngsters</a:t>
            </a:r>
            <a:r>
              <a:rPr lang="hu-HU" dirty="0"/>
              <a:t> </a:t>
            </a:r>
            <a:r>
              <a:rPr lang="hu-HU" dirty="0" err="1"/>
              <a:t>who</a:t>
            </a:r>
            <a:r>
              <a:rPr lang="hu-HU" dirty="0"/>
              <a:t> </a:t>
            </a:r>
            <a:r>
              <a:rPr lang="hu-HU" dirty="0" err="1"/>
              <a:t>want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work</a:t>
            </a:r>
            <a:r>
              <a:rPr lang="hu-HU" dirty="0"/>
              <a:t> </a:t>
            </a:r>
            <a:r>
              <a:rPr lang="hu-HU" dirty="0" err="1"/>
              <a:t>as</a:t>
            </a:r>
            <a:r>
              <a:rPr lang="hu-HU" dirty="0"/>
              <a:t> a </a:t>
            </a:r>
            <a:r>
              <a:rPr lang="hu-HU" dirty="0" err="1"/>
              <a:t>reseller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Cycling</a:t>
            </a:r>
            <a:r>
              <a:rPr lang="hu-HU" dirty="0"/>
              <a:t> sport </a:t>
            </a:r>
            <a:r>
              <a:rPr lang="hu-HU" dirty="0" err="1"/>
              <a:t>loving</a:t>
            </a:r>
            <a:r>
              <a:rPr lang="hu-HU" dirty="0"/>
              <a:t>,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just</a:t>
            </a:r>
            <a:r>
              <a:rPr lang="hu-HU" dirty="0"/>
              <a:t> </a:t>
            </a:r>
            <a:r>
              <a:rPr lang="hu-HU" dirty="0" err="1"/>
              <a:t>cycling</a:t>
            </a:r>
            <a:r>
              <a:rPr lang="hu-HU" dirty="0"/>
              <a:t> </a:t>
            </a:r>
            <a:r>
              <a:rPr lang="hu-HU" dirty="0" err="1"/>
              <a:t>as</a:t>
            </a:r>
            <a:r>
              <a:rPr lang="hu-HU" dirty="0"/>
              <a:t> I </a:t>
            </a:r>
            <a:r>
              <a:rPr lang="hu-HU" dirty="0" err="1"/>
              <a:t>feel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Basic </a:t>
            </a:r>
            <a:r>
              <a:rPr lang="hu-HU" dirty="0" err="1"/>
              <a:t>statements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frontend, </a:t>
            </a:r>
            <a:r>
              <a:rPr lang="hu-HU" dirty="0" err="1"/>
              <a:t>hard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communicate</a:t>
            </a:r>
            <a:r>
              <a:rPr lang="hu-HU" dirty="0"/>
              <a:t>, </a:t>
            </a:r>
            <a:r>
              <a:rPr lang="hu-HU" dirty="0" err="1"/>
              <a:t>custom</a:t>
            </a:r>
            <a:r>
              <a:rPr lang="hu-HU" dirty="0"/>
              <a:t> backend </a:t>
            </a:r>
            <a:r>
              <a:rPr lang="hu-HU" dirty="0" err="1"/>
              <a:t>development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postgresql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Posgresql</a:t>
            </a:r>
            <a:r>
              <a:rPr lang="hu-HU" dirty="0"/>
              <a:t>, and </a:t>
            </a:r>
            <a:r>
              <a:rPr lang="hu-HU" dirty="0" err="1"/>
              <a:t>custom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 </a:t>
            </a:r>
            <a:r>
              <a:rPr lang="hu-HU" dirty="0" err="1"/>
              <a:t>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Known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frontend and </a:t>
            </a:r>
            <a:r>
              <a:rPr lang="hu-HU" dirty="0" err="1"/>
              <a:t>component</a:t>
            </a:r>
            <a:r>
              <a:rPr lang="hu-HU" dirty="0"/>
              <a:t> </a:t>
            </a:r>
            <a:r>
              <a:rPr lang="hu-HU" dirty="0" err="1"/>
              <a:t>lib</a:t>
            </a:r>
            <a:r>
              <a:rPr lang="hu-HU" dirty="0"/>
              <a:t>, </a:t>
            </a:r>
            <a:r>
              <a:rPr lang="hu-HU" dirty="0" err="1"/>
              <a:t>custom</a:t>
            </a:r>
            <a:r>
              <a:rPr lang="hu-HU" dirty="0"/>
              <a:t> backend c </a:t>
            </a:r>
            <a:r>
              <a:rPr lang="hu-HU" dirty="0" err="1"/>
              <a:t>type</a:t>
            </a:r>
            <a:r>
              <a:rPr lang="hu-HU" dirty="0"/>
              <a:t> </a:t>
            </a:r>
            <a:r>
              <a:rPr lang="hu-HU" dirty="0" err="1"/>
              <a:t>language</a:t>
            </a:r>
            <a:r>
              <a:rPr lang="hu-HU" dirty="0"/>
              <a:t>, </a:t>
            </a:r>
            <a:r>
              <a:rPr lang="hu-HU" dirty="0" err="1"/>
              <a:t>with</a:t>
            </a:r>
            <a:r>
              <a:rPr lang="hu-HU" dirty="0"/>
              <a:t> a </a:t>
            </a:r>
            <a:r>
              <a:rPr lang="hu-HU" dirty="0" err="1"/>
              <a:t>custom</a:t>
            </a:r>
            <a:r>
              <a:rPr lang="hu-HU" dirty="0"/>
              <a:t> </a:t>
            </a:r>
            <a:r>
              <a:rPr lang="hu-HU" dirty="0" err="1"/>
              <a:t>reverse</a:t>
            </a:r>
            <a:r>
              <a:rPr lang="hu-HU" dirty="0"/>
              <a:t> proxy szerver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E05D-5432-132E-82C1-D34C1D8C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EE657-A21D-1CC2-6579-3421E62DF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E149F-4714-2090-09DA-263D66765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Basic, </a:t>
            </a:r>
            <a:r>
              <a:rPr lang="hu-HU" dirty="0" err="1"/>
              <a:t>but</a:t>
            </a:r>
            <a:r>
              <a:rPr lang="hu-HU" dirty="0"/>
              <a:t> </a:t>
            </a:r>
            <a:r>
              <a:rPr lang="hu-HU" dirty="0" err="1"/>
              <a:t>stable</a:t>
            </a:r>
            <a:r>
              <a:rPr lang="hu-HU" dirty="0"/>
              <a:t>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features</a:t>
            </a:r>
            <a:r>
              <a:rPr lang="hu-HU" dirty="0"/>
              <a:t>,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incredibly</a:t>
            </a:r>
            <a:r>
              <a:rPr lang="hu-HU" dirty="0"/>
              <a:t> </a:t>
            </a:r>
            <a:r>
              <a:rPr lang="hu-HU" dirty="0" err="1"/>
              <a:t>fast</a:t>
            </a:r>
            <a:r>
              <a:rPr lang="hu-HU" dirty="0"/>
              <a:t> </a:t>
            </a:r>
            <a:r>
              <a:rPr lang="hu-HU" dirty="0" err="1"/>
              <a:t>responding</a:t>
            </a:r>
            <a:r>
              <a:rPr lang="hu-HU" dirty="0"/>
              <a:t> </a:t>
            </a:r>
            <a:r>
              <a:rPr lang="hu-HU" dirty="0" err="1"/>
              <a:t>from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backend,</a:t>
            </a:r>
          </a:p>
          <a:p>
            <a:endParaRPr lang="hu-HU" dirty="0"/>
          </a:p>
          <a:p>
            <a:r>
              <a:rPr lang="hu-HU" dirty="0"/>
              <a:t>CRUD </a:t>
            </a:r>
            <a:r>
              <a:rPr lang="hu-HU" dirty="0" err="1"/>
              <a:t>for</a:t>
            </a:r>
            <a:r>
              <a:rPr lang="hu-HU" dirty="0"/>
              <a:t> almost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aspect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software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administrator</a:t>
            </a:r>
            <a:r>
              <a:rPr lang="hu-HU" dirty="0"/>
              <a:t> </a:t>
            </a:r>
            <a:r>
              <a:rPr lang="hu-HU" dirty="0" err="1"/>
              <a:t>dashboards</a:t>
            </a:r>
            <a:endParaRPr lang="hu-HU" dirty="0"/>
          </a:p>
          <a:p>
            <a:endParaRPr lang="hu-HU" dirty="0"/>
          </a:p>
          <a:p>
            <a:r>
              <a:rPr lang="hu-HU" dirty="0"/>
              <a:t>Email </a:t>
            </a:r>
            <a:r>
              <a:rPr lang="hu-HU" dirty="0" err="1"/>
              <a:t>integrated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1C17D-C7A7-9ECE-CF3C-927D85A4CE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54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BAF8D-4DA9-29B0-22C9-570F8F0E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7DABF-2000-7789-B709-F96636621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E7279D-F6C9-E760-C4C5-9339FE767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It’s</a:t>
            </a:r>
            <a:r>
              <a:rPr lang="hu-HU" dirty="0"/>
              <a:t> </a:t>
            </a:r>
            <a:r>
              <a:rPr lang="hu-HU" dirty="0" err="1"/>
              <a:t>meet</a:t>
            </a:r>
            <a:r>
              <a:rPr lang="hu-HU" dirty="0"/>
              <a:t>  </a:t>
            </a:r>
            <a:r>
              <a:rPr lang="hu-HU" dirty="0" err="1"/>
              <a:t>with</a:t>
            </a:r>
            <a:r>
              <a:rPr lang="hu-HU" dirty="0"/>
              <a:t> World-</a:t>
            </a:r>
            <a:r>
              <a:rPr lang="hu-HU" dirty="0" err="1"/>
              <a:t>wide</a:t>
            </a:r>
            <a:r>
              <a:rPr lang="hu-HU" dirty="0"/>
              <a:t> </a:t>
            </a:r>
            <a:r>
              <a:rPr lang="hu-HU" dirty="0" err="1"/>
              <a:t>widespread</a:t>
            </a:r>
            <a:r>
              <a:rPr lang="hu-HU" dirty="0"/>
              <a:t> </a:t>
            </a:r>
            <a:r>
              <a:rPr lang="hu-HU" dirty="0" err="1"/>
              <a:t>safety</a:t>
            </a:r>
            <a:r>
              <a:rPr lang="hu-HU" dirty="0"/>
              <a:t> </a:t>
            </a:r>
            <a:r>
              <a:rPr lang="hu-HU" dirty="0" err="1"/>
              <a:t>standards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Eqvivalent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jwt</a:t>
            </a:r>
            <a:r>
              <a:rPr lang="hu-HU" dirty="0"/>
              <a:t> </a:t>
            </a:r>
            <a:r>
              <a:rPr lang="hu-HU" dirty="0" err="1"/>
              <a:t>so</a:t>
            </a:r>
            <a:r>
              <a:rPr lang="hu-HU" dirty="0"/>
              <a:t> </a:t>
            </a:r>
            <a:r>
              <a:rPr lang="hu-HU" dirty="0" err="1"/>
              <a:t>it’s</a:t>
            </a:r>
            <a:r>
              <a:rPr lang="hu-HU" dirty="0"/>
              <a:t> </a:t>
            </a:r>
            <a:r>
              <a:rPr lang="hu-HU" dirty="0" err="1"/>
              <a:t>easy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handle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 </a:t>
            </a:r>
            <a:r>
              <a:rPr lang="hu-HU" dirty="0" err="1"/>
              <a:t>side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215F-D5F8-54D0-2D9F-C4AEBE4D6A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368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01E3C-68C9-869A-278F-C898DB60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DE04D9-05C4-3EE3-800C-9A25CE2BF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674A7-DD43-E43E-0016-5C7E16482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Post </a:t>
            </a:r>
            <a:r>
              <a:rPr lang="hu-HU" dirty="0" err="1"/>
              <a:t>because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, </a:t>
            </a:r>
          </a:p>
          <a:p>
            <a:r>
              <a:rPr lang="hu-HU" dirty="0" err="1"/>
              <a:t>Headers</a:t>
            </a:r>
            <a:r>
              <a:rPr lang="hu-HU" dirty="0"/>
              <a:t>, </a:t>
            </a:r>
            <a:r>
              <a:rPr lang="hu-HU" dirty="0" err="1"/>
              <a:t>localStorage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Bearer</a:t>
            </a:r>
            <a:r>
              <a:rPr lang="hu-HU" dirty="0"/>
              <a:t> </a:t>
            </a:r>
            <a:r>
              <a:rPr lang="hu-HU" dirty="0" err="1"/>
              <a:t>token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2BDE4-F08A-5DAB-CF7D-C9C8E253F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071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One</a:t>
            </a:r>
            <a:r>
              <a:rPr lang="hu-HU" dirty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almost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case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endpoint</a:t>
            </a:r>
            <a:r>
              <a:rPr lang="hu-HU" dirty="0"/>
              <a:t> </a:t>
            </a:r>
            <a:r>
              <a:rPr lang="hu-HU" dirty="0" err="1"/>
              <a:t>handlement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Automatically</a:t>
            </a:r>
            <a:r>
              <a:rPr lang="hu-HU" dirty="0"/>
              <a:t>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hu-HU" dirty="0" err="1"/>
              <a:t>handling</a:t>
            </a:r>
            <a:r>
              <a:rPr lang="hu-HU" dirty="0"/>
              <a:t>, </a:t>
            </a:r>
            <a:r>
              <a:rPr lang="hu-HU" dirty="0" err="1"/>
              <a:t>as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dirty="0" err="1"/>
              <a:t>can</a:t>
            </a:r>
            <a:r>
              <a:rPr lang="hu-HU" dirty="0"/>
              <a:t> </a:t>
            </a:r>
            <a:r>
              <a:rPr lang="hu-HU" dirty="0" err="1"/>
              <a:t>see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picture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Handles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content</a:t>
            </a:r>
            <a:r>
              <a:rPr lang="hu-HU" dirty="0"/>
              <a:t> </a:t>
            </a:r>
            <a:r>
              <a:rPr lang="hu-HU" dirty="0" err="1"/>
              <a:t>type</a:t>
            </a:r>
            <a:r>
              <a:rPr lang="hu-HU" dirty="0"/>
              <a:t> </a:t>
            </a:r>
            <a:r>
              <a:rPr lang="hu-HU" dirty="0" err="1"/>
              <a:t>crucial</a:t>
            </a:r>
            <a:r>
              <a:rPr lang="hu-HU" dirty="0"/>
              <a:t> </a:t>
            </a:r>
            <a:r>
              <a:rPr lang="hu-HU" dirty="0" err="1"/>
              <a:t>because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file </a:t>
            </a:r>
            <a:r>
              <a:rPr lang="hu-HU" dirty="0" err="1"/>
              <a:t>uploading</a:t>
            </a:r>
            <a:endParaRPr lang="hu-HU" dirty="0"/>
          </a:p>
          <a:p>
            <a:endParaRPr lang="hu-HU" dirty="0"/>
          </a:p>
          <a:p>
            <a:r>
              <a:rPr lang="hu-HU" dirty="0"/>
              <a:t>Last </a:t>
            </a:r>
            <a:r>
              <a:rPr lang="hu-HU" dirty="0" err="1"/>
              <a:t>handles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hu-HU" dirty="0" err="1"/>
              <a:t>expiration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,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redirect</a:t>
            </a:r>
            <a:r>
              <a:rPr lang="hu-HU" dirty="0"/>
              <a:t> and </a:t>
            </a:r>
            <a:r>
              <a:rPr lang="hu-HU" dirty="0" err="1"/>
              <a:t>deletion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Fine</a:t>
            </a:r>
            <a:r>
              <a:rPr lang="hu-HU" dirty="0"/>
              <a:t> </a:t>
            </a:r>
            <a:r>
              <a:rPr lang="hu-HU" dirty="0" err="1"/>
              <a:t>tuning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existing</a:t>
            </a:r>
            <a:r>
              <a:rPr lang="hu-HU" dirty="0"/>
              <a:t> </a:t>
            </a:r>
            <a:r>
              <a:rPr lang="hu-HU" dirty="0" err="1"/>
              <a:t>parts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app</a:t>
            </a:r>
          </a:p>
          <a:p>
            <a:endParaRPr lang="hu-HU" dirty="0"/>
          </a:p>
          <a:p>
            <a:r>
              <a:rPr lang="hu-HU" dirty="0" err="1"/>
              <a:t>Instead</a:t>
            </a:r>
            <a:r>
              <a:rPr lang="hu-HU" dirty="0"/>
              <a:t> of </a:t>
            </a:r>
            <a:r>
              <a:rPr lang="hu-HU" dirty="0" err="1"/>
              <a:t>mailtrap</a:t>
            </a:r>
            <a:r>
              <a:rPr lang="hu-HU" dirty="0"/>
              <a:t>, </a:t>
            </a:r>
            <a:r>
              <a:rPr lang="hu-HU" dirty="0" err="1"/>
              <a:t>Smtp</a:t>
            </a:r>
            <a:r>
              <a:rPr lang="hu-HU" dirty="0"/>
              <a:t> </a:t>
            </a:r>
            <a:r>
              <a:rPr lang="hu-HU" dirty="0" err="1"/>
              <a:t>integration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deployment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endpoint</a:t>
            </a:r>
            <a:r>
              <a:rPr lang="hu-HU" dirty="0"/>
              <a:t> has </a:t>
            </a:r>
            <a:r>
              <a:rPr lang="hu-HU" dirty="0" err="1"/>
              <a:t>built</a:t>
            </a:r>
            <a:r>
              <a:rPr lang="hu-HU" dirty="0"/>
              <a:t> in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frontend in </a:t>
            </a:r>
            <a:r>
              <a:rPr lang="hu-HU" dirty="0" err="1"/>
              <a:t>contrast</a:t>
            </a:r>
            <a:r>
              <a:rPr lang="hu-HU" dirty="0"/>
              <a:t> </a:t>
            </a:r>
            <a:r>
              <a:rPr lang="hu-HU" dirty="0" err="1"/>
              <a:t>they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developed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backend</a:t>
            </a:r>
          </a:p>
          <a:p>
            <a:r>
              <a:rPr lang="hu-HU" dirty="0" err="1"/>
              <a:t>So</a:t>
            </a:r>
            <a:r>
              <a:rPr lang="hu-HU" dirty="0"/>
              <a:t> </a:t>
            </a:r>
            <a:r>
              <a:rPr lang="hu-HU" dirty="0" err="1"/>
              <a:t>they</a:t>
            </a:r>
            <a:r>
              <a:rPr lang="hu-HU" dirty="0"/>
              <a:t> </a:t>
            </a:r>
            <a:r>
              <a:rPr lang="hu-HU" dirty="0" err="1"/>
              <a:t>can</a:t>
            </a:r>
            <a:r>
              <a:rPr lang="hu-HU" dirty="0"/>
              <a:t> be </a:t>
            </a:r>
            <a:r>
              <a:rPr lang="hu-HU" dirty="0" err="1"/>
              <a:t>implemented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interface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/>
              <a:t> webshop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14">
            <a:extLst>
              <a:ext uri="{FF2B5EF4-FFF2-40B4-BE49-F238E27FC236}">
                <a16:creationId xmlns:a16="http://schemas.microsoft.com/office/drawing/2014/main" id="{87BB9D71-BF6E-613D-69E6-EFC477C69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41148"/>
            <a:ext cx="5143500" cy="50429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18288"/>
            <a:ext cx="5669280" cy="5161788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457200" y="3211904"/>
            <a:ext cx="5451231" cy="629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5000"/>
              </a:lnSpc>
            </a:pP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</a:t>
            </a:r>
            <a:r>
              <a:rPr lang="en-US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Funkciók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Adatbázis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Frontend  Továbbfejlesztések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Munkamegosztás</a:t>
            </a:r>
            <a:endParaRPr lang="en-US" sz="1200" i="1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6A0E304-1E45-1930-1B2C-D7C36430C15B}"/>
              </a:ext>
            </a:extLst>
          </p:cNvPr>
          <p:cNvSpPr txBox="1"/>
          <p:nvPr/>
        </p:nvSpPr>
        <p:spPr>
          <a:xfrm>
            <a:off x="457200" y="4309349"/>
            <a:ext cx="4599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</a:rPr>
              <a:t>Czirják Ádám és Kovács-Haász Mátyás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11">
            <a:extLst>
              <a:ext uri="{FF2B5EF4-FFF2-40B4-BE49-F238E27FC236}">
                <a16:creationId xmlns:a16="http://schemas.microsoft.com/office/drawing/2014/main" id="{547D1E52-A55B-DA4B-3523-6D7F257F4DCE}"/>
              </a:ext>
            </a:extLst>
          </p:cNvPr>
          <p:cNvSpPr/>
          <p:nvPr/>
        </p:nvSpPr>
        <p:spPr>
          <a:xfrm>
            <a:off x="1963466" y="151011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B223007A-E269-CDDC-30B3-E15924F0B708}"/>
              </a:ext>
            </a:extLst>
          </p:cNvPr>
          <p:cNvSpPr/>
          <p:nvPr/>
        </p:nvSpPr>
        <p:spPr>
          <a:xfrm>
            <a:off x="1963466" y="151011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4104CD0-BDAC-566B-7087-ECB64B857C37}"/>
              </a:ext>
            </a:extLst>
          </p:cNvPr>
          <p:cNvSpPr/>
          <p:nvPr/>
        </p:nvSpPr>
        <p:spPr>
          <a:xfrm>
            <a:off x="2137202" y="158326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5CE47C65-9730-CF39-E10B-DF59AB7D1608}"/>
              </a:ext>
            </a:extLst>
          </p:cNvPr>
          <p:cNvSpPr txBox="1"/>
          <p:nvPr/>
        </p:nvSpPr>
        <p:spPr>
          <a:xfrm>
            <a:off x="2005613" y="1639239"/>
            <a:ext cx="35570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Szoftver </a:t>
            </a:r>
            <a:r>
              <a:rPr lang="hu-HU" sz="2000" b="1" dirty="0">
                <a:solidFill>
                  <a:schemeClr val="bg1"/>
                </a:solidFill>
                <a:latin typeface="Trebuchet MS" panose="020B0603020202020204" pitchFamily="34" charset="0"/>
              </a:rPr>
              <a:t>célja</a:t>
            </a:r>
            <a:endParaRPr lang="hu-HU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83A06BFA-BF9A-4284-C4E8-7ED927F1120E}"/>
              </a:ext>
            </a:extLst>
          </p:cNvPr>
          <p:cNvSpPr/>
          <p:nvPr/>
        </p:nvSpPr>
        <p:spPr>
          <a:xfrm>
            <a:off x="2548127" y="2643953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E04EB9C-0DB0-284C-AB83-F0DE6025E07D}"/>
              </a:ext>
            </a:extLst>
          </p:cNvPr>
          <p:cNvSpPr/>
          <p:nvPr/>
        </p:nvSpPr>
        <p:spPr>
          <a:xfrm>
            <a:off x="2548127" y="2643953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1E06CB7E-09B6-5C65-F4C0-CA763DE8C223}"/>
              </a:ext>
            </a:extLst>
          </p:cNvPr>
          <p:cNvSpPr/>
          <p:nvPr/>
        </p:nvSpPr>
        <p:spPr>
          <a:xfrm>
            <a:off x="2721863" y="2717105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D46B2BEF-3486-F2EA-D94E-21C5C12A6E6E}"/>
              </a:ext>
            </a:extLst>
          </p:cNvPr>
          <p:cNvSpPr txBox="1"/>
          <p:nvPr/>
        </p:nvSpPr>
        <p:spPr>
          <a:xfrm>
            <a:off x="2590274" y="2773082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Kinek szól ?</a:t>
            </a: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32CDBBD7-BCFC-5EAA-22C2-C7140C9BE535}"/>
              </a:ext>
            </a:extLst>
          </p:cNvPr>
          <p:cNvSpPr/>
          <p:nvPr/>
        </p:nvSpPr>
        <p:spPr>
          <a:xfrm>
            <a:off x="2005613" y="3847469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54DE0831-78BF-31C0-D5F5-E7B9F524DFA5}"/>
              </a:ext>
            </a:extLst>
          </p:cNvPr>
          <p:cNvSpPr/>
          <p:nvPr/>
        </p:nvSpPr>
        <p:spPr>
          <a:xfrm>
            <a:off x="2005613" y="3847469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00F291BB-6268-A3CA-295D-CA87997C13AC}"/>
              </a:ext>
            </a:extLst>
          </p:cNvPr>
          <p:cNvSpPr/>
          <p:nvPr/>
        </p:nvSpPr>
        <p:spPr>
          <a:xfrm>
            <a:off x="2179349" y="3920621"/>
            <a:ext cx="33442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E70D1300-C813-2692-8223-B0797076754F}"/>
              </a:ext>
            </a:extLst>
          </p:cNvPr>
          <p:cNvSpPr txBox="1"/>
          <p:nvPr/>
        </p:nvSpPr>
        <p:spPr>
          <a:xfrm>
            <a:off x="2047760" y="3976598"/>
            <a:ext cx="3516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Miért 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29" grpId="0" animBg="1"/>
      <p:bldP spid="30" grpId="0" animBg="1"/>
      <p:bldP spid="31" grpId="0" animBg="1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4174" y="1896325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" y="2347722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integráció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4174" y="2805836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" y="328132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r>
              <a:rPr lang="hu-HU" sz="160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4174" y="3713072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64991" y="1581912"/>
            <a:ext cx="2519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Kommunikáció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189632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34772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1911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17920" y="237550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létrehozása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215671" y="2898648"/>
            <a:ext cx="24436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iddleware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kialakítása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217920" y="337413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Autentikáció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/ Node.js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Caddy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szerver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MySQL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PostgreSQL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Jest</a:t>
            </a:r>
            <a:endParaRPr lang="en-US" sz="14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583B7B1-8186-CB38-721F-F8C2C0002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78" y="1337010"/>
            <a:ext cx="1420535" cy="7386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5A8994-B959-4644-1FFF-22735CD4C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E756D1E-7B9A-CE71-38F6-49FCE5419382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CD458F-8DEB-6571-FC7A-74D3934DFFA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dirty="0">
                <a:solidFill>
                  <a:schemeClr val="bg1"/>
                </a:solidFill>
                <a:latin typeface="Palatino Linotype" panose="02040502050505030304" pitchFamily="18" charset="0"/>
              </a:rPr>
              <a:t>Funkciók</a:t>
            </a:r>
            <a:endParaRPr lang="en-US" sz="3200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F18A1EC-689E-B7AE-5AFF-CA7FD0F8543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25D363-3A84-DE97-4291-B6249BFA9CB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3D0A176-F94A-0ED8-C588-CB64A1C0DAF3}"/>
              </a:ext>
            </a:extLst>
          </p:cNvPr>
          <p:cNvSpPr/>
          <p:nvPr/>
        </p:nvSpPr>
        <p:spPr>
          <a:xfrm>
            <a:off x="691173" y="1217584"/>
            <a:ext cx="3606638" cy="3674456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6471D23-C572-1B35-8E17-C6C7249C8028}"/>
              </a:ext>
            </a:extLst>
          </p:cNvPr>
          <p:cNvSpPr/>
          <p:nvPr/>
        </p:nvSpPr>
        <p:spPr>
          <a:xfrm>
            <a:off x="691173" y="1217584"/>
            <a:ext cx="3606638" cy="5986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BAF4B85-9C09-6F47-C54E-240842E39EDE}"/>
              </a:ext>
            </a:extLst>
          </p:cNvPr>
          <p:cNvSpPr/>
          <p:nvPr/>
        </p:nvSpPr>
        <p:spPr>
          <a:xfrm>
            <a:off x="804950" y="1249629"/>
            <a:ext cx="3264313" cy="558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2000" b="1" dirty="0">
                <a:solidFill>
                  <a:srgbClr val="0B1628"/>
                </a:solidFill>
                <a:latin typeface="Palatino Linotype" pitchFamily="34" charset="0"/>
              </a:rPr>
              <a:t>Felhasználói funkciók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CD2029A-F78D-E796-46C8-2BD58CDFA3BF}"/>
              </a:ext>
            </a:extLst>
          </p:cNvPr>
          <p:cNvSpPr/>
          <p:nvPr/>
        </p:nvSpPr>
        <p:spPr>
          <a:xfrm>
            <a:off x="851737" y="1943196"/>
            <a:ext cx="3359299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böngészése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szűrése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3CE5CD5-75E1-60E2-84DA-E909EBC01554}"/>
              </a:ext>
            </a:extLst>
          </p:cNvPr>
          <p:cNvSpPr/>
          <p:nvPr/>
        </p:nvSpPr>
        <p:spPr>
          <a:xfrm>
            <a:off x="851736" y="2532976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/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sz="1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93E3901-C787-6F80-1ED1-7193A3DD02C5}"/>
              </a:ext>
            </a:extLst>
          </p:cNvPr>
          <p:cNvSpPr/>
          <p:nvPr/>
        </p:nvSpPr>
        <p:spPr>
          <a:xfrm>
            <a:off x="879715" y="3136955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Kerékpárs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zerviz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foglalás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D1B529B-B88F-CD82-A4C0-2C91FFF90815}"/>
              </a:ext>
            </a:extLst>
          </p:cNvPr>
          <p:cNvSpPr/>
          <p:nvPr/>
        </p:nvSpPr>
        <p:spPr>
          <a:xfrm>
            <a:off x="879714" y="3702658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Megrendelés rögzítése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4AAB152-DD4E-9246-39D7-953944CFCA4E}"/>
              </a:ext>
            </a:extLst>
          </p:cNvPr>
          <p:cNvSpPr/>
          <p:nvPr/>
        </p:nvSpPr>
        <p:spPr>
          <a:xfrm>
            <a:off x="851737" y="3696216"/>
            <a:ext cx="3359299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3A148C2-FC5E-AB7C-8A44-6DCCC2B2E764}"/>
              </a:ext>
            </a:extLst>
          </p:cNvPr>
          <p:cNvSpPr/>
          <p:nvPr/>
        </p:nvSpPr>
        <p:spPr>
          <a:xfrm>
            <a:off x="4878145" y="1241755"/>
            <a:ext cx="3492132" cy="3650285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r>
              <a:rPr lang="hu-HU" b="1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70D8DF9-A8A6-493D-1DE1-42410B1D4826}"/>
              </a:ext>
            </a:extLst>
          </p:cNvPr>
          <p:cNvSpPr/>
          <p:nvPr/>
        </p:nvSpPr>
        <p:spPr>
          <a:xfrm>
            <a:off x="4878145" y="1217583"/>
            <a:ext cx="3492132" cy="598669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b="1" dirty="0">
              <a:latin typeface="Palatino Linotype" panose="02040502050505030304" pitchFamily="18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A0799F-1099-32C5-5E3D-05694ADD64AB}"/>
              </a:ext>
            </a:extLst>
          </p:cNvPr>
          <p:cNvSpPr/>
          <p:nvPr/>
        </p:nvSpPr>
        <p:spPr>
          <a:xfrm>
            <a:off x="5032345" y="1217584"/>
            <a:ext cx="3160675" cy="558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232DC99-EB96-09F8-6B8C-B99B3254CE5A}"/>
              </a:ext>
            </a:extLst>
          </p:cNvPr>
          <p:cNvSpPr/>
          <p:nvPr/>
        </p:nvSpPr>
        <p:spPr>
          <a:xfrm>
            <a:off x="5024313" y="1575136"/>
            <a:ext cx="3262358" cy="200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6E93ED2-BBCF-6FDE-9FE2-D07AB20FAB17}"/>
              </a:ext>
            </a:extLst>
          </p:cNvPr>
          <p:cNvSpPr/>
          <p:nvPr/>
        </p:nvSpPr>
        <p:spPr>
          <a:xfrm>
            <a:off x="5053852" y="1867262"/>
            <a:ext cx="2888408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lezárása</a:t>
            </a:r>
            <a:endParaRPr lang="en-US" sz="16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6284030-E9B9-235D-B989-8096372379B0}"/>
              </a:ext>
            </a:extLst>
          </p:cNvPr>
          <p:cNvSpPr/>
          <p:nvPr/>
        </p:nvSpPr>
        <p:spPr>
          <a:xfrm>
            <a:off x="5039082" y="2316905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és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böngészése</a:t>
            </a:r>
            <a:endParaRPr lang="en-US" sz="1600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A2179647-FF87-8119-D33E-71B027F6E302}"/>
              </a:ext>
            </a:extLst>
          </p:cNvPr>
          <p:cNvSpPr txBox="1"/>
          <p:nvPr/>
        </p:nvSpPr>
        <p:spPr>
          <a:xfrm>
            <a:off x="5019012" y="1324071"/>
            <a:ext cx="3174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Palatino Linotype" panose="02040502050505030304" pitchFamily="18" charset="0"/>
              </a:rPr>
              <a:t>Adminisztrátori funkciók</a:t>
            </a:r>
          </a:p>
        </p:txBody>
      </p:sp>
      <p:sp>
        <p:nvSpPr>
          <p:cNvPr id="11" name="Text 26">
            <a:extLst>
              <a:ext uri="{FF2B5EF4-FFF2-40B4-BE49-F238E27FC236}">
                <a16:creationId xmlns:a16="http://schemas.microsoft.com/office/drawing/2014/main" id="{E2FB6BF0-3F0F-236A-324B-897A23962B4B}"/>
              </a:ext>
            </a:extLst>
          </p:cNvPr>
          <p:cNvSpPr/>
          <p:nvPr/>
        </p:nvSpPr>
        <p:spPr>
          <a:xfrm>
            <a:off x="5043098" y="2814030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sz="1600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1CA1E7F-A547-B797-39CC-AA3F45E03808}"/>
              </a:ext>
            </a:extLst>
          </p:cNvPr>
          <p:cNvSpPr/>
          <p:nvPr/>
        </p:nvSpPr>
        <p:spPr>
          <a:xfrm>
            <a:off x="5043098" y="3372137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Termékkezelés (CRUD)</a:t>
            </a:r>
            <a:endParaRPr lang="en-US" sz="1600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5" name="Text 26">
            <a:extLst>
              <a:ext uri="{FF2B5EF4-FFF2-40B4-BE49-F238E27FC236}">
                <a16:creationId xmlns:a16="http://schemas.microsoft.com/office/drawing/2014/main" id="{6B274A3D-8334-82AF-F48F-A200E4CA6B99}"/>
              </a:ext>
            </a:extLst>
          </p:cNvPr>
          <p:cNvSpPr/>
          <p:nvPr/>
        </p:nvSpPr>
        <p:spPr>
          <a:xfrm>
            <a:off x="5039082" y="3925916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r>
              <a:rPr lang="hu-HU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közötti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595208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Backend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/>
          <p:cNvSpPr/>
          <p:nvPr/>
        </p:nvSpPr>
        <p:spPr>
          <a:xfrm>
            <a:off x="4357979" y="1206369"/>
            <a:ext cx="4434840" cy="3742639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/>
          <p:cNvSpPr/>
          <p:nvPr/>
        </p:nvSpPr>
        <p:spPr>
          <a:xfrm>
            <a:off x="475488" y="121074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475488" y="121074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649224" y="12838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75488" y="2168478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475488" y="216847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649224" y="224163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517635" y="3151812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476487" y="3151812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712471" y="3362124"/>
            <a:ext cx="3365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Üzleti logika / validáció</a:t>
            </a:r>
            <a:endParaRPr lang="en-US" dirty="0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865A44B1-0E0C-C8F4-6AF3-8B65071E45BB}"/>
              </a:ext>
            </a:extLst>
          </p:cNvPr>
          <p:cNvSpPr txBox="1"/>
          <p:nvPr/>
        </p:nvSpPr>
        <p:spPr>
          <a:xfrm>
            <a:off x="4982232" y="1325799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HTTP réteg</a:t>
            </a:r>
          </a:p>
        </p:txBody>
      </p:sp>
      <p:cxnSp>
        <p:nvCxnSpPr>
          <p:cNvPr id="28" name="Egyenes összekötő nyíllal 27">
            <a:extLst>
              <a:ext uri="{FF2B5EF4-FFF2-40B4-BE49-F238E27FC236}">
                <a16:creationId xmlns:a16="http://schemas.microsoft.com/office/drawing/2014/main" id="{EABE338B-0837-4C00-1299-906511864357}"/>
              </a:ext>
            </a:extLst>
          </p:cNvPr>
          <p:cNvCxnSpPr>
            <a:cxnSpLocks/>
          </p:cNvCxnSpPr>
          <p:nvPr/>
        </p:nvCxnSpPr>
        <p:spPr>
          <a:xfrm>
            <a:off x="6544394" y="1730805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61EE9E8C-701F-E1DB-3732-0DDE0D136D3A}"/>
              </a:ext>
            </a:extLst>
          </p:cNvPr>
          <p:cNvSpPr txBox="1"/>
          <p:nvPr/>
        </p:nvSpPr>
        <p:spPr>
          <a:xfrm>
            <a:off x="4959723" y="3215984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Logic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C0D0A382-F704-F034-559F-DEF4DA5E5AAE}"/>
              </a:ext>
            </a:extLst>
          </p:cNvPr>
          <p:cNvSpPr txBox="1"/>
          <p:nvPr/>
        </p:nvSpPr>
        <p:spPr>
          <a:xfrm>
            <a:off x="4742027" y="2221146"/>
            <a:ext cx="36167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Auth (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token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password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)  réteg</a:t>
            </a:r>
          </a:p>
        </p:txBody>
      </p:sp>
      <p:cxnSp>
        <p:nvCxnSpPr>
          <p:cNvPr id="31" name="Egyenes összekötő nyíllal 30">
            <a:extLst>
              <a:ext uri="{FF2B5EF4-FFF2-40B4-BE49-F238E27FC236}">
                <a16:creationId xmlns:a16="http://schemas.microsoft.com/office/drawing/2014/main" id="{C360D6D5-590F-8ACA-1FDA-7D7825BE79D8}"/>
              </a:ext>
            </a:extLst>
          </p:cNvPr>
          <p:cNvCxnSpPr>
            <a:cxnSpLocks/>
          </p:cNvCxnSpPr>
          <p:nvPr/>
        </p:nvCxnSpPr>
        <p:spPr>
          <a:xfrm>
            <a:off x="6531085" y="2747207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5545E209-3B60-F33F-9458-8EAC2BAEA58B}"/>
              </a:ext>
            </a:extLst>
          </p:cNvPr>
          <p:cNvCxnSpPr>
            <a:cxnSpLocks/>
          </p:cNvCxnSpPr>
          <p:nvPr/>
        </p:nvCxnSpPr>
        <p:spPr>
          <a:xfrm>
            <a:off x="6531085" y="3754988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zövegdoboz 32">
            <a:extLst>
              <a:ext uri="{FF2B5EF4-FFF2-40B4-BE49-F238E27FC236}">
                <a16:creationId xmlns:a16="http://schemas.microsoft.com/office/drawing/2014/main" id="{E3FBD997-BEF7-0B80-34C9-003163F4A864}"/>
              </a:ext>
            </a:extLst>
          </p:cNvPr>
          <p:cNvSpPr txBox="1"/>
          <p:nvPr/>
        </p:nvSpPr>
        <p:spPr>
          <a:xfrm>
            <a:off x="4285652" y="4304095"/>
            <a:ext cx="4579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DB /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27F70F5A-1FC7-D2A2-2E55-995380CC2950}"/>
              </a:ext>
            </a:extLst>
          </p:cNvPr>
          <p:cNvSpPr txBox="1"/>
          <p:nvPr/>
        </p:nvSpPr>
        <p:spPr>
          <a:xfrm>
            <a:off x="537736" y="1384607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Routing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kérés / válasz kezelés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1664BBE-5605-57BA-D3B1-ACC1C87A389F}"/>
              </a:ext>
            </a:extLst>
          </p:cNvPr>
          <p:cNvSpPr txBox="1"/>
          <p:nvPr/>
        </p:nvSpPr>
        <p:spPr>
          <a:xfrm>
            <a:off x="517635" y="2202629"/>
            <a:ext cx="3557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Saját implementáció, biztonsági megoldások</a:t>
            </a: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92470E23-6573-3929-1DF0-393FDE912DD7}"/>
              </a:ext>
            </a:extLst>
          </p:cNvPr>
          <p:cNvSpPr/>
          <p:nvPr/>
        </p:nvSpPr>
        <p:spPr>
          <a:xfrm>
            <a:off x="475488" y="4173941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E03687-989B-91A0-45D5-01C8E9FE9924}"/>
              </a:ext>
            </a:extLst>
          </p:cNvPr>
          <p:cNvSpPr/>
          <p:nvPr/>
        </p:nvSpPr>
        <p:spPr>
          <a:xfrm>
            <a:off x="475488" y="417394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2FA9B8C6-D104-7BBF-2DCF-3FABB0EF9EED}"/>
              </a:ext>
            </a:extLst>
          </p:cNvPr>
          <p:cNvSpPr/>
          <p:nvPr/>
        </p:nvSpPr>
        <p:spPr>
          <a:xfrm>
            <a:off x="618274" y="43641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Lekérdezések /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connection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prepared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statements</a:t>
            </a:r>
            <a:endParaRPr lang="en-US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27" grpId="0"/>
      <p:bldP spid="29" grpId="0"/>
      <p:bldP spid="30" grpId="0"/>
      <p:bldP spid="33" grpId="0"/>
      <p:bldP spid="34" grpId="0"/>
      <p:bldP spid="35" grpId="0"/>
      <p:bldP spid="36" grpId="0" animBg="1"/>
      <p:bldP spid="37" grpId="0" animBg="1"/>
      <p:bldP spid="3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57634-6BCD-BB12-2C1C-249E59E84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2E95F48-4292-5205-BE78-1CA14A984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53" y="2403053"/>
            <a:ext cx="4203073" cy="771633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E7ED4DA6-2097-0C78-BEF0-365F426EFAD0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0FB2-33D1-F975-87F0-6F634A9EDF2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 err="1">
                <a:solidFill>
                  <a:schemeClr val="bg1"/>
                </a:solidFill>
                <a:latin typeface="Palatino Linotype" panose="02040502050505030304" pitchFamily="18" charset="0"/>
              </a:rPr>
              <a:t>Token</a:t>
            </a:r>
            <a:r>
              <a:rPr lang="hu-HU" sz="3200" b="1" dirty="0">
                <a:solidFill>
                  <a:schemeClr val="bg1"/>
                </a:solidFill>
                <a:latin typeface="Palatino Linotype" panose="02040502050505030304" pitchFamily="18" charset="0"/>
              </a:rPr>
              <a:t> rendszer  </a:t>
            </a:r>
            <a:endParaRPr lang="en-US" sz="3200" b="1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A8DF1B-F490-CACF-FF96-BA999726887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A56F164-1E7E-1815-3DC7-EBC971E2196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A4DB985-336E-01E5-6943-03148E0F7943}"/>
              </a:ext>
            </a:extLst>
          </p:cNvPr>
          <p:cNvSpPr/>
          <p:nvPr/>
        </p:nvSpPr>
        <p:spPr>
          <a:xfrm>
            <a:off x="270453" y="2395738"/>
            <a:ext cx="4203073" cy="778948"/>
          </a:xfrm>
          <a:prstGeom prst="rect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CB547E6-A8D4-A687-D749-E6A6530661BE}"/>
              </a:ext>
            </a:extLst>
          </p:cNvPr>
          <p:cNvSpPr/>
          <p:nvPr/>
        </p:nvSpPr>
        <p:spPr>
          <a:xfrm>
            <a:off x="4919472" y="1221297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6C86907-9491-43AE-852B-2D0A6936F927}"/>
              </a:ext>
            </a:extLst>
          </p:cNvPr>
          <p:cNvSpPr/>
          <p:nvPr/>
        </p:nvSpPr>
        <p:spPr>
          <a:xfrm>
            <a:off x="4919472" y="1221297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C35662A-BD30-C080-7A5D-969210BFA06A}"/>
              </a:ext>
            </a:extLst>
          </p:cNvPr>
          <p:cNvSpPr/>
          <p:nvPr/>
        </p:nvSpPr>
        <p:spPr>
          <a:xfrm>
            <a:off x="5093208" y="129444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CC186EC-C9C1-7B15-765D-423AEEEBE522}"/>
              </a:ext>
            </a:extLst>
          </p:cNvPr>
          <p:cNvSpPr/>
          <p:nvPr/>
        </p:nvSpPr>
        <p:spPr>
          <a:xfrm>
            <a:off x="4919472" y="215536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0D6744D-7651-2FF8-F733-DEA007ECD5F2}"/>
              </a:ext>
            </a:extLst>
          </p:cNvPr>
          <p:cNvSpPr/>
          <p:nvPr/>
        </p:nvSpPr>
        <p:spPr>
          <a:xfrm>
            <a:off x="4919472" y="21553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3C8D4A7-7EA7-571A-731F-4EB5409C6405}"/>
              </a:ext>
            </a:extLst>
          </p:cNvPr>
          <p:cNvSpPr/>
          <p:nvPr/>
        </p:nvSpPr>
        <p:spPr>
          <a:xfrm>
            <a:off x="5093208" y="22285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49AFAED-9872-E15A-E0B8-E3E7393E71CA}"/>
              </a:ext>
            </a:extLst>
          </p:cNvPr>
          <p:cNvSpPr/>
          <p:nvPr/>
        </p:nvSpPr>
        <p:spPr>
          <a:xfrm>
            <a:off x="4901184" y="3089431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71418B9-0A6F-E2B7-79E6-AA80C0D8C43B}"/>
              </a:ext>
            </a:extLst>
          </p:cNvPr>
          <p:cNvSpPr/>
          <p:nvPr/>
        </p:nvSpPr>
        <p:spPr>
          <a:xfrm>
            <a:off x="4901184" y="308943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83AB9260-CA50-A5E7-3169-34DB607AAC27}"/>
              </a:ext>
            </a:extLst>
          </p:cNvPr>
          <p:cNvSpPr/>
          <p:nvPr/>
        </p:nvSpPr>
        <p:spPr>
          <a:xfrm>
            <a:off x="5144202" y="3299743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JWT-vel való kapcsolat</a:t>
            </a:r>
            <a:endParaRPr lang="en-US" dirty="0"/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567B6373-EA48-9AE5-3FC8-4ECCA3644EF6}"/>
              </a:ext>
            </a:extLst>
          </p:cNvPr>
          <p:cNvSpPr txBox="1"/>
          <p:nvPr/>
        </p:nvSpPr>
        <p:spPr>
          <a:xfrm>
            <a:off x="4981720" y="1395160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HMAC – SHA256 aláírás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F66EF25-4262-A012-9F67-B54E6DBB7C7C}"/>
              </a:ext>
            </a:extLst>
          </p:cNvPr>
          <p:cNvSpPr txBox="1"/>
          <p:nvPr/>
        </p:nvSpPr>
        <p:spPr>
          <a:xfrm>
            <a:off x="5006340" y="2292288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Lejárat a tokenbe égetett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959DCFC-AC88-042E-D6DD-78AD4AB4F6DB}"/>
              </a:ext>
            </a:extLst>
          </p:cNvPr>
          <p:cNvSpPr/>
          <p:nvPr/>
        </p:nvSpPr>
        <p:spPr>
          <a:xfrm>
            <a:off x="154569" y="3234217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600" i="1" dirty="0">
                <a:solidFill>
                  <a:srgbClr val="5C7A9B"/>
                </a:solidFill>
                <a:latin typeface="Trebuchet MS" pitchFamily="34" charset="0"/>
              </a:rPr>
              <a:t>sign ( ), verify ( ), create_secret( )  </a:t>
            </a:r>
            <a:endParaRPr lang="en-US" sz="1600" dirty="0"/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8EC856B9-DA5E-946C-6592-4A8C59456C6E}"/>
              </a:ext>
            </a:extLst>
          </p:cNvPr>
          <p:cNvSpPr/>
          <p:nvPr/>
        </p:nvSpPr>
        <p:spPr>
          <a:xfrm>
            <a:off x="4901184" y="4023498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14C6D3C8-173A-52FC-605A-9443859D8C95}"/>
              </a:ext>
            </a:extLst>
          </p:cNvPr>
          <p:cNvSpPr/>
          <p:nvPr/>
        </p:nvSpPr>
        <p:spPr>
          <a:xfrm>
            <a:off x="4901184" y="402349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0D03A8D4-3165-E8EE-6965-0DA6D44BB8C0}"/>
              </a:ext>
            </a:extLst>
          </p:cNvPr>
          <p:cNvSpPr/>
          <p:nvPr/>
        </p:nvSpPr>
        <p:spPr>
          <a:xfrm>
            <a:off x="5144202" y="423381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Timing-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</a:rPr>
              <a:t>safe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 összehasonlítás</a:t>
            </a:r>
          </a:p>
        </p:txBody>
      </p:sp>
    </p:spTree>
    <p:extLst>
      <p:ext uri="{BB962C8B-B14F-4D97-AF65-F5344CB8AC3E}">
        <p14:creationId xmlns:p14="http://schemas.microsoft.com/office/powerpoint/2010/main" val="20257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34" grpId="0"/>
      <p:bldP spid="35" grpId="0"/>
      <p:bldP spid="9" grpId="0" animBg="1"/>
      <p:bldP spid="13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26F5A-DF5C-F96E-2389-4867EBA07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A42D5-5C49-AA82-9BBE-5074B6AB5D0A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ED81A2-F45F-E8A2-78F9-C40F3B18AF75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(frontend)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— JWT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50FCA0-9D43-396B-AFEA-8791783F86DA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0834C16-8F2F-9808-2955-6D996CFCCF82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>
            <a:extLst>
              <a:ext uri="{FF2B5EF4-FFF2-40B4-BE49-F238E27FC236}">
                <a16:creationId xmlns:a16="http://schemas.microsoft.com/office/drawing/2014/main" id="{2072294C-82E6-650F-E32A-09C3F3EA7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94CB2B60-2F6E-36D9-6305-26D69D2F95BD}"/>
              </a:ext>
            </a:extLst>
          </p:cNvPr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8A5093-66DB-FFF2-FB92-A01B6D24DF2A}"/>
              </a:ext>
            </a:extLst>
          </p:cNvPr>
          <p:cNvSpPr/>
          <p:nvPr/>
        </p:nvSpPr>
        <p:spPr>
          <a:xfrm>
            <a:off x="396240" y="4323283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35607D1-C6D1-705C-D04C-935165D9FB47}"/>
              </a:ext>
            </a:extLst>
          </p:cNvPr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816CF74-ED3B-A21F-53A2-50D7ACB0A951}"/>
              </a:ext>
            </a:extLst>
          </p:cNvPr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7A3E8E8-706C-552A-0E15-638157653A39}"/>
              </a:ext>
            </a:extLst>
          </p:cNvPr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9370C10-E0C8-5F1D-2F91-19C76E8FCA44}"/>
              </a:ext>
            </a:extLst>
          </p:cNvPr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1714F27-D6D6-4505-EA20-F08371FA8FAA}"/>
              </a:ext>
            </a:extLst>
          </p:cNvPr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CB0AEE1-461C-5581-70EC-2E2042C7A273}"/>
              </a:ext>
            </a:extLst>
          </p:cNvPr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55BE660-A614-2D41-3685-FBC688F54C2B}"/>
              </a:ext>
            </a:extLst>
          </p:cNvPr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6F35D0C-3654-C65B-1C84-BBEC2772B8BC}"/>
              </a:ext>
            </a:extLst>
          </p:cNvPr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E7BDDB8-D94B-BCC2-29D7-F0DA1EAC1C6C}"/>
              </a:ext>
            </a:extLst>
          </p:cNvPr>
          <p:cNvSpPr/>
          <p:nvPr/>
        </p:nvSpPr>
        <p:spPr>
          <a:xfrm>
            <a:off x="5074920" y="2836469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44EA7728-3AC8-EFA6-8113-BFDE3C94BBF3}"/>
              </a:ext>
            </a:extLst>
          </p:cNvPr>
          <p:cNvSpPr/>
          <p:nvPr/>
        </p:nvSpPr>
        <p:spPr>
          <a:xfrm>
            <a:off x="5074920" y="2836469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6495FF7-B3FC-4780-1FE2-BECAEB5CF881}"/>
              </a:ext>
            </a:extLst>
          </p:cNvPr>
          <p:cNvSpPr/>
          <p:nvPr/>
        </p:nvSpPr>
        <p:spPr>
          <a:xfrm>
            <a:off x="5248656" y="2909621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68CEE88-3EFD-A182-7E18-E6C2E596126C}"/>
              </a:ext>
            </a:extLst>
          </p:cNvPr>
          <p:cNvSpPr/>
          <p:nvPr/>
        </p:nvSpPr>
        <p:spPr>
          <a:xfrm>
            <a:off x="5248656" y="3220517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760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matikus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token kezelés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Adatbázistáblák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CD02984A-589D-2537-3AC9-D01E456C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53813"/>
            <a:ext cx="8888172" cy="44675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Élő </a:t>
            </a:r>
            <a:r>
              <a:rPr lang="hu-HU" sz="1500" i="1" dirty="0" err="1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SMTP integráció valós környezetben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Megfelelő megrendeléskezelés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felület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továbbfejlesztése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315968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24" name="Shape 22"/>
          <p:cNvSpPr/>
          <p:nvPr/>
        </p:nvSpPr>
        <p:spPr>
          <a:xfrm>
            <a:off x="457200" y="4315968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658368" y="451713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024128" y="4389120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BB3F5325-D90C-17CD-4585-708B37A64641}"/>
              </a:ext>
            </a:extLst>
          </p:cNvPr>
          <p:cNvSpPr txBox="1"/>
          <p:nvPr/>
        </p:nvSpPr>
        <p:spPr>
          <a:xfrm>
            <a:off x="1024128" y="4466058"/>
            <a:ext cx="4715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További kliens oldali funkciók beépítése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Ádám &amp; Matyi  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00B2EB-C840-4BCD-BAB1-BC8073AF05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C5D19B-4118-451B-867A-9FDFB4FA3F3D}">
  <ds:schemaRefs>
    <ds:schemaRef ds:uri="http://schemas.microsoft.com/office/2006/metadata/properties"/>
    <ds:schemaRef ds:uri="http://schemas.microsoft.com/office/infopath/2007/PartnerControls"/>
    <ds:schemaRef ds:uri="87aa24f1-5ba0-4b45-9ca0-cb710780616f"/>
  </ds:schemaRefs>
</ds:datastoreItem>
</file>

<file path=customXml/itemProps3.xml><?xml version="1.0" encoding="utf-8"?>
<ds:datastoreItem xmlns:ds="http://schemas.openxmlformats.org/officeDocument/2006/customXml" ds:itemID="{26430B49-CDF2-4854-9EF5-30E772CBB2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aa24f1-5ba0-4b45-9ca0-cb71078061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518</Words>
  <Application>Microsoft Office PowerPoint</Application>
  <PresentationFormat>Diavetítés a képernyőre (16:9 oldalarány)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7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20</cp:revision>
  <dcterms:created xsi:type="dcterms:W3CDTF">2026-03-23T20:12:40Z</dcterms:created>
  <dcterms:modified xsi:type="dcterms:W3CDTF">2026-04-14T06:30:38Z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